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note: remember to pause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PPTX Benchmark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Subtitle: MDM vs MarkItDown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one</a:t>
            </a:r>
          </a:p>
          <a:p>
            <a:r>
              <a:t>Point two</a:t>
            </a:r>
          </a:p>
          <a:p>
            <a:r>
              <a:t>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MarkItDown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150ms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Speaker Notes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